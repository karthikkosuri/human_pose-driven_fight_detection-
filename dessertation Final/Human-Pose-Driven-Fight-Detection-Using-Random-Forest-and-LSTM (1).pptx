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Montserrat"/>
      <p:regular r:id="rId15"/>
    </p:embeddedFont>
    <p:embeddedFont>
      <p:font typeface="Montserrat"/>
      <p:regular r:id="rId16"/>
    </p:embeddedFont>
    <p:embeddedFont>
      <p:font typeface="Montserrat"/>
      <p:regular r:id="rId17"/>
    </p:embeddedFont>
    <p:embeddedFont>
      <p:font typeface="Montserrat"/>
      <p:regular r:id="rId18"/>
    </p:embeddedFont>
    <p:embeddedFont>
      <p:font typeface="Heebo Light"/>
      <p:regular r:id="rId19"/>
    </p:embeddedFont>
    <p:embeddedFont>
      <p:font typeface="Heebo Light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9486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 Pose-Driven Fight Detection Using Random Forest and LSTM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261360"/>
            <a:ext cx="7556421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This project explores violence detection in videos by analyzing human pose key points extracted from video frames. Three models were implemented: Random Forest, Long Short-Term Memory (LSTM), and Bidirectional LSTM (Bi-LSTM). The LSTM model achieved the highest accuracy of 75%, outperforming Random Forest (63%) and Bi-LSTM (65%). This highlights the advantage of sequential modeling in capturing temporal dependencies for fight detection.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605682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study aims to enhance real-time surveillance and security by leveraging pose-based features combined with deep learning architectures.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7054691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4D4D5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7062311"/>
            <a:ext cx="347663" cy="3476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0040" y="7037784"/>
            <a:ext cx="2131457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by karthik kosuri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9237" y="440769"/>
            <a:ext cx="7458432" cy="499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 and Problem Statement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37" y="1259562"/>
            <a:ext cx="9188410" cy="42146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9237" y="5813703"/>
            <a:ext cx="1997393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59237" y="6223159"/>
            <a:ext cx="6561058" cy="76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Automatic detection of violent activities like fights from video surveillance is crucial for public safety. Traditional motion-based methods struggle to distinguish aggressive behavior from normal interactions.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59237" y="7133749"/>
            <a:ext cx="6561058" cy="511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This project uses pose estimation data—human body key points—to classify fight versus non-fight sequences using machine learning and deep learning models.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517725" y="5813703"/>
            <a:ext cx="1997393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517725" y="6223159"/>
            <a:ext cx="6561058" cy="76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Existing violence detection methods rely on motion or pixel analysis, causing many false positives. They lack the ability to understand subtle postural differences indicating aggression.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517725" y="7133749"/>
            <a:ext cx="6561058" cy="511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goal is to develop a robust fight detection system using pose key points to better analyze physical interactions and reduce false alarms.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6020" y="604957"/>
            <a:ext cx="7604760" cy="1374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Objectives and Literature Review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256020" y="2556272"/>
            <a:ext cx="494705" cy="494705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70514" y="2556272"/>
            <a:ext cx="2748796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970514" y="3031808"/>
            <a:ext cx="6890266" cy="1407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Develop an efficient system to detect fights in videos using pose-based features and machine learning models (Random Forest, LSTM, Bi-LSTM). Aim for accuracy, computational efficiency, and real-time applicability.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56020" y="4906208"/>
            <a:ext cx="494705" cy="494705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70514" y="4906208"/>
            <a:ext cx="2748796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Literature Review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6970514" y="5381744"/>
            <a:ext cx="6890266" cy="1055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Key works include ST-GCN for skeleton-based action recognition, Random Forest for ensemble learning, and LRCN for temporal modeling with LSTMs.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970514" y="6569154"/>
            <a:ext cx="6890266" cy="1055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Other contributions involve datasets like NTU RGB+D and architectures like Two-Stream CNNs that separate spatial and temporal features for action recognition.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2941"/>
            <a:ext cx="97906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Collection and Preprocessing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835348"/>
            <a:ext cx="5623560" cy="2072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3899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Collection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971098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Videos labeled as fight or non-fight were processed to extract 132 pose features per frame (x and y coordinates of 66 keypoints). Videos were standardized to 30 frames using zero padding or uniform sampling.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62678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dataset of 300 samples was balanced and split 80:20 for training and testing with stratified sampling.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99521" y="43899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Preprocessing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599521" y="497109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Pose features were normalized to improve model convergence. The final input shape for models was (samples, timesteps, features) = (300, 30, 132).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626387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feature reduction was applied to preserve motion information, ensuring consistent input for all models.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24" y="3493651"/>
            <a:ext cx="4953953" cy="124229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31255" y="754618"/>
            <a:ext cx="7654290" cy="1330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Architectures Overview</a:t>
            </a:r>
            <a:endParaRPr lang="en-US" sz="4150" dirty="0"/>
          </a:p>
        </p:txBody>
      </p:sp>
      <p:sp>
        <p:nvSpPr>
          <p:cNvPr id="5" name="Shape 1"/>
          <p:cNvSpPr/>
          <p:nvPr/>
        </p:nvSpPr>
        <p:spPr>
          <a:xfrm>
            <a:off x="6231255" y="2403991"/>
            <a:ext cx="3720822" cy="2935843"/>
          </a:xfrm>
          <a:prstGeom prst="roundRect">
            <a:avLst>
              <a:gd name="adj" fmla="val 3045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51640" y="2624376"/>
            <a:ext cx="3280053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Classifier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6451640" y="3416856"/>
            <a:ext cx="3280053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Ensemble of 100 decision trees trained on flattened pose features. Fast training but limited in capturing temporal dynamics, achieving 63% accuracy.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10164842" y="2403991"/>
            <a:ext cx="3720822" cy="2935843"/>
          </a:xfrm>
          <a:prstGeom prst="roundRect">
            <a:avLst>
              <a:gd name="adj" fmla="val 3045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385227" y="2624376"/>
            <a:ext cx="266033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LSTM Model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10385227" y="3084433"/>
            <a:ext cx="3280053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Single LSTM layer with 64 units, dropout for regularization, followed by dense layers. Captures temporal dependencies, achieving 75% accuracy.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231255" y="5552599"/>
            <a:ext cx="7654290" cy="1922383"/>
          </a:xfrm>
          <a:prstGeom prst="roundRect">
            <a:avLst>
              <a:gd name="adj" fmla="val 465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51640" y="5772983"/>
            <a:ext cx="2660333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Bi-Directional LSTM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6451640" y="6233041"/>
            <a:ext cx="7213521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Two bidirectional LSTM layers capturing forward and backward temporal context. Slightly lower accuracy (65%) possibly due to overfitting on limited data.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2023"/>
            <a:ext cx="104641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and Implementation Details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104430"/>
            <a:ext cx="7871460" cy="1897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4837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Setup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06491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Random Forest trained with 100 trees. LSTM and Bi-LSTM trained for 30 epochs using Adam optimizer and binary cross-entropy loss. Batch sizes: 16 for LSTM, 32 for Bi-LSTM.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35769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Models evaluated on accuracy, confusion matrix, and classification reports.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99521" y="44837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599521" y="506491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Developed in Python using TensorFlow, Keras, scikit-learn, and other libraries. Models run efficiently on CPU without high-end hardware.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635769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Input shape standardized to (30, 132) per video sample for consistent processing.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85987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900" y="185976"/>
            <a:ext cx="3652480" cy="14879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0660" y="2270522"/>
            <a:ext cx="6300788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and Performance Analysis</a:t>
            </a:r>
            <a:endParaRPr lang="en-US" sz="2900" dirty="0"/>
          </a:p>
        </p:txBody>
      </p:sp>
      <p:sp>
        <p:nvSpPr>
          <p:cNvPr id="5" name="Shape 1"/>
          <p:cNvSpPr/>
          <p:nvPr/>
        </p:nvSpPr>
        <p:spPr>
          <a:xfrm>
            <a:off x="687943" y="2958584"/>
            <a:ext cx="15240" cy="2868811"/>
          </a:xfrm>
          <a:prstGeom prst="roundRect">
            <a:avLst>
              <a:gd name="adj" fmla="val 410054"/>
            </a:avLst>
          </a:prstGeom>
          <a:solidFill>
            <a:srgbClr val="4A2C85"/>
          </a:solidFill>
          <a:ln/>
        </p:spPr>
      </p:sp>
      <p:sp>
        <p:nvSpPr>
          <p:cNvPr id="6" name="Shape 2"/>
          <p:cNvSpPr/>
          <p:nvPr/>
        </p:nvSpPr>
        <p:spPr>
          <a:xfrm>
            <a:off x="840045" y="3285530"/>
            <a:ext cx="446365" cy="15240"/>
          </a:xfrm>
          <a:prstGeom prst="roundRect">
            <a:avLst>
              <a:gd name="adj" fmla="val 410054"/>
            </a:avLst>
          </a:prstGeom>
          <a:solidFill>
            <a:srgbClr val="4A2C85"/>
          </a:solidFill>
          <a:ln/>
        </p:spPr>
      </p:sp>
      <p:sp>
        <p:nvSpPr>
          <p:cNvPr id="7" name="Shape 3"/>
          <p:cNvSpPr/>
          <p:nvPr/>
        </p:nvSpPr>
        <p:spPr>
          <a:xfrm>
            <a:off x="520601" y="3125867"/>
            <a:ext cx="334685" cy="334685"/>
          </a:xfrm>
          <a:prstGeom prst="roundRect">
            <a:avLst>
              <a:gd name="adj" fmla="val 18672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76322" y="3153668"/>
            <a:ext cx="223123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431965" y="3107293"/>
            <a:ext cx="1859875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431965" y="3428881"/>
            <a:ext cx="126777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63% accuracy; good baseline but limited by inability to model temporal sequences.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40045" y="4291370"/>
            <a:ext cx="446365" cy="15240"/>
          </a:xfrm>
          <a:prstGeom prst="roundRect">
            <a:avLst>
              <a:gd name="adj" fmla="val 410054"/>
            </a:avLst>
          </a:prstGeom>
          <a:solidFill>
            <a:srgbClr val="4A2C85"/>
          </a:solidFill>
          <a:ln/>
        </p:spPr>
      </p:sp>
      <p:sp>
        <p:nvSpPr>
          <p:cNvPr id="12" name="Shape 8"/>
          <p:cNvSpPr/>
          <p:nvPr/>
        </p:nvSpPr>
        <p:spPr>
          <a:xfrm>
            <a:off x="520601" y="4131707"/>
            <a:ext cx="334685" cy="334685"/>
          </a:xfrm>
          <a:prstGeom prst="roundRect">
            <a:avLst>
              <a:gd name="adj" fmla="val 18672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6322" y="4159508"/>
            <a:ext cx="223123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1431965" y="4113133"/>
            <a:ext cx="1859875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LSTM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431965" y="4434721"/>
            <a:ext cx="126777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75% accuracy; best performance due to temporal modeling and dropout regularization reducing overfitting.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40045" y="5297210"/>
            <a:ext cx="446365" cy="15240"/>
          </a:xfrm>
          <a:prstGeom prst="roundRect">
            <a:avLst>
              <a:gd name="adj" fmla="val 410054"/>
            </a:avLst>
          </a:prstGeom>
          <a:solidFill>
            <a:srgbClr val="4A2C85"/>
          </a:solidFill>
          <a:ln/>
        </p:spPr>
      </p:sp>
      <p:sp>
        <p:nvSpPr>
          <p:cNvPr id="17" name="Shape 13"/>
          <p:cNvSpPr/>
          <p:nvPr/>
        </p:nvSpPr>
        <p:spPr>
          <a:xfrm>
            <a:off x="520601" y="5137547"/>
            <a:ext cx="334685" cy="334685"/>
          </a:xfrm>
          <a:prstGeom prst="roundRect">
            <a:avLst>
              <a:gd name="adj" fmla="val 18672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6322" y="5165348"/>
            <a:ext cx="223123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1431965" y="5118973"/>
            <a:ext cx="1859875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Bi-LSTM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1431965" y="5440561"/>
            <a:ext cx="126777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65% accuracy; captures bidirectional context but possibly overfits due to dataset size.</a:t>
            </a:r>
            <a:endParaRPr lang="en-US" sz="11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60" y="6161961"/>
            <a:ext cx="3653552" cy="1489591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6565" y="6161961"/>
            <a:ext cx="3769281" cy="14795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1253" y="694611"/>
            <a:ext cx="7694295" cy="129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Conclusions, Challenges, and Future Work</a:t>
            </a:r>
            <a:endParaRPr lang="en-US" sz="40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253" y="2299692"/>
            <a:ext cx="1035487" cy="18554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57373" y="2506742"/>
            <a:ext cx="2588776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557373" y="2954417"/>
            <a:ext cx="6348174" cy="99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LSTM model outperformed others, demonstrating the importance of temporal modeling in pose-based fight detection. Pose features combined with deep learning show promise for real-time surveillance.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253" y="4155162"/>
            <a:ext cx="1035487" cy="18554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57373" y="4362212"/>
            <a:ext cx="2588776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557373" y="4809887"/>
            <a:ext cx="6348174" cy="99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Limitations include reliance on pose estimation quality, small dataset size causing overfitting, and difficulty handling complex real-world fight scenes.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253" y="6010632"/>
            <a:ext cx="1035487" cy="15242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57373" y="6217682"/>
            <a:ext cx="2588776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557373" y="6665357"/>
            <a:ext cx="6348174" cy="66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Improving dataset size, integrating scene context and semantics, and optimizing models for better generalization and real-time deployment.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2025-04-28T21:47:49Z</dcterms:created>
  <dcterms:modified xsi:type="dcterms:W3CDTF">2025-04-28T21:47:49Z</dcterms:modified>
</cp:coreProperties>
</file>